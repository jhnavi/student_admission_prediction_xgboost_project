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Admission Prediction using 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End-to-end Machine Learning + Streamlit</a:t>
            </a:r>
          </a:p>
          <a:p>
            <a:pPr>
              <a:defRPr sz="2000"/>
            </a:pPr>
            <a:r>
              <a:t>Target: Chance of Admit</a:t>
            </a:r>
          </a:p>
          <a:p>
            <a:pPr>
              <a:defRPr sz="2000"/>
            </a:pPr>
            <a:r>
              <a:t>Algorithm: XGBoost Regressor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Estimate admission probability from academic/profile attributes.</a:t>
            </a:r>
          </a:p>
          <a:p>
            <a:pPr>
              <a:defRPr sz="2000"/>
            </a:pPr>
            <a:r>
              <a:t>Provide real-time prediction through a web application.</a:t>
            </a:r>
          </a:p>
          <a:p>
            <a:pPr>
              <a:defRPr sz="2000"/>
            </a:pPr>
            <a:r>
              <a:t>Treat Chance of Admit as regression.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500 records</a:t>
            </a:r>
          </a:p>
          <a:p>
            <a:pPr>
              <a:defRPr sz="2000"/>
            </a:pPr>
            <a:r>
              <a:t>7 input features + 1 target</a:t>
            </a:r>
          </a:p>
          <a:p>
            <a:pPr>
              <a:defRPr sz="2000"/>
            </a:pPr>
            <a:r>
              <a:t>GRE, TOEFL, University Rating, SOP, LOR, CGPA,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Remove index/identifier columns</a:t>
            </a:r>
          </a:p>
          <a:p>
            <a:pPr>
              <a:defRPr sz="2000"/>
            </a:pPr>
            <a:r>
              <a:t>Clean column names</a:t>
            </a:r>
          </a:p>
          <a:p>
            <a:pPr>
              <a:defRPr sz="2000"/>
            </a:pPr>
            <a:r>
              <a:t>Validate numeric fields</a:t>
            </a:r>
          </a:p>
          <a:p>
            <a:pPr>
              <a:defRPr sz="2000"/>
            </a:pPr>
            <a:r>
              <a:t>Handle missing values</a:t>
            </a:r>
          </a:p>
          <a:p>
            <a:pPr>
              <a:defRPr sz="2000"/>
            </a:pPr>
            <a:r>
              <a:t>80:20 train-test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pic>
        <p:nvPicPr>
          <p:cNvPr id="3" name="Picture 2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CGPA vs Admission Chance</a:t>
            </a:r>
          </a:p>
        </p:txBody>
      </p:sp>
      <p:pic>
        <p:nvPicPr>
          <p:cNvPr id="3" name="Picture 2" descr="cgpa_vs_ad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XGBoost Regressor</a:t>
            </a:r>
          </a:p>
          <a:p>
            <a:pPr>
              <a:defRPr sz="2000"/>
            </a:pPr>
            <a:r>
              <a:t>5-fold cross-validation</a:t>
            </a:r>
          </a:p>
          <a:p>
            <a:pPr>
              <a:defRPr sz="2000"/>
            </a:pPr>
            <a:r>
              <a:t>Hyperparameter 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MAE: 0.0427</a:t>
            </a:r>
          </a:p>
          <a:p>
            <a:pPr>
              <a:defRPr sz="2000"/>
            </a:pPr>
            <a:r>
              <a:t>RMSE: 0.0628</a:t>
            </a:r>
          </a:p>
          <a:p>
            <a:pPr>
              <a:defRPr sz="2000"/>
            </a:pPr>
            <a:r>
              <a:t>R²: 0.8071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Interactive academic inputs</a:t>
            </a:r>
          </a:p>
          <a:p>
            <a:pPr>
              <a:defRPr sz="2000"/>
            </a:pPr>
            <a:r>
              <a:t>One-click prediction</a:t>
            </a:r>
          </a:p>
          <a:p>
            <a:pPr>
              <a:defRPr sz="2000"/>
            </a:pPr>
            <a:r>
              <a:t>Percentage output</a:t>
            </a:r>
          </a:p>
          <a:p>
            <a:pPr>
              <a:defRPr sz="2000"/>
            </a:pPr>
            <a:r>
              <a:t>High / moderate / lower interpretation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Complete ML lifecycle implemented.</a:t>
            </a:r>
          </a:p>
          <a:p>
            <a:pPr>
              <a:defRPr sz="2000"/>
            </a:pPr>
            <a:r>
              <a:t>Educational prediction tool.</a:t>
            </a:r>
          </a:p>
          <a:p>
            <a:pPr>
              <a:defRPr sz="2000"/>
            </a:pPr>
            <a:r>
              <a:t>Not an official admissions decision.</a:t>
            </a:r>
          </a:p>
          <a:p>
            <a:pPr>
              <a:defRPr sz="2000"/>
            </a:pPr>
            <a:r>
              <a:t>Performance depends on historical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